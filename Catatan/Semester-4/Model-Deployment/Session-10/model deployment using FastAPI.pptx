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>
      <p:cViewPr varScale="1">
        <p:scale>
          <a:sx n="90" d="100"/>
          <a:sy n="90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B4355-3E60-12EF-AF02-E99286B6EB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94845-9C8F-81CD-1961-C453F9D05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CA13C-6CA6-6973-5C6F-64D38F04C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B7E59-D786-FC44-8EC5-3B29E8C14CBB}" type="datetimeFigureOut">
              <a:rPr lang="en-US" smtClean="0"/>
              <a:t>5/14/24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1D6BA-74A7-2989-9B6A-ABA364807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376E5-3707-A18B-305B-DD84F243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E04A-CE3E-754C-B507-FEEB0FCF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06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E8A9-DA07-1645-3658-60F1B64E0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C40E2-0C64-EBD2-88C3-E420A725D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FC863-942A-8162-A243-5B068C3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B7E59-D786-FC44-8EC5-3B29E8C14CBB}" type="datetimeFigureOut">
              <a:rPr lang="en-US" smtClean="0"/>
              <a:t>5/14/24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30A07-068F-E3FA-C3CF-C9778B496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D71AF-73E9-3898-05F1-EDF0DA63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E04A-CE3E-754C-B507-FEEB0FCF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3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76ACF-3708-586C-7C26-58C14B9B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C7E24-79D3-1542-74B8-5C11FAEEB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A182B-DD05-3EDD-3624-8175709C0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B7E59-D786-FC44-8EC5-3B29E8C14CBB}" type="datetimeFigureOut">
              <a:rPr lang="en-US" smtClean="0"/>
              <a:t>5/14/24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2BC11-74AB-62F0-9C48-23262C82B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75EB4-885C-6C7C-D7CC-9E9F10A4A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E04A-CE3E-754C-B507-FEEB0FCF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21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70335-3428-E666-0A6E-3967850D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EEC5-F6E0-F543-857B-30949309D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1E67D-44A8-74BB-23DE-D4920D9B7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B20121-E9D8-05DE-C5E4-6826D565B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B7E59-D786-FC44-8EC5-3B29E8C14CBB}" type="datetimeFigureOut">
              <a:rPr lang="en-US" smtClean="0"/>
              <a:t>5/14/24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6E23D-34FA-7A9F-38A7-0007B6D3F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34A09-DFB6-4645-D919-5560A434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E04A-CE3E-754C-B507-FEEB0FCF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39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B31F-B02A-D6CC-5C3E-AB503E012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901CA-0F88-B837-CE0F-06493C37D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0178F-0780-F290-1A09-BAB1D3EF0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D062CD-9E1C-5B6C-7E9A-2F569DE95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CF562-BC5E-7285-205F-79CF07B20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EEDBB2-EF7A-7917-4DD2-6539FB436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B7E59-D786-FC44-8EC5-3B29E8C14CBB}" type="datetimeFigureOut">
              <a:rPr lang="en-US" smtClean="0"/>
              <a:t>5/14/24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4575CB-307B-85F5-B277-8563EA35D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75639-12CB-F45D-1CB0-D17F10E70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E04A-CE3E-754C-B507-FEEB0FCF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45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F4622-066A-9466-47DC-CEDA630D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35549-D638-7956-F958-AAECBC5D9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B7E59-D786-FC44-8EC5-3B29E8C14CBB}" type="datetimeFigureOut">
              <a:rPr lang="en-US" smtClean="0"/>
              <a:t>5/14/24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23E4F-73F5-2507-AFF8-45636701B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1D2BD-776D-3AC9-0F96-C0440C59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E04A-CE3E-754C-B507-FEEB0FCF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66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8AEF59-9B27-2F13-50A8-56A07F82C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B7E59-D786-FC44-8EC5-3B29E8C14CBB}" type="datetimeFigureOut">
              <a:rPr lang="en-US" smtClean="0"/>
              <a:t>5/14/24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6F1414-833C-A58F-F3D8-FB8490D3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87E2D-1AF8-331A-4682-2F6826488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E04A-CE3E-754C-B507-FEEB0FCF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27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C11C-BB70-DD12-93E6-A76B02BAA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73DAF-CF76-46A9-EE91-2D6EC8641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FFE30-3AC3-32A2-1DAC-F1A200164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21B5B-AF81-3C77-01B1-2AFE78130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B7E59-D786-FC44-8EC5-3B29E8C14CBB}" type="datetimeFigureOut">
              <a:rPr lang="en-US" smtClean="0"/>
              <a:t>5/14/24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C4EA0-EF58-135E-AF54-2BD8618B4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B305E-9D8E-4E83-FD82-5254D2F6A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E04A-CE3E-754C-B507-FEEB0FCF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13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0718-BDF8-3E1D-AC6D-08291748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F31F6C-A332-A04E-343A-5593A1E4F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8B15A-9666-4B17-85BF-7D9D6A3F1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3BDFF-3A40-8D9E-8F55-16B8F3B12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B7E59-D786-FC44-8EC5-3B29E8C14CBB}" type="datetimeFigureOut">
              <a:rPr lang="en-US" smtClean="0"/>
              <a:t>5/14/24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E5131-AFE3-05A3-C89C-DCBB34B5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91EF3-5349-D9DA-2ED9-AF55E157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E04A-CE3E-754C-B507-FEEB0FCF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2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32F6-B452-A171-2AF0-CE39FE0C8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86ACD7-B78C-B026-E4DB-6536856EB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97758-4A57-0761-D941-22AD00DA2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B7E59-D786-FC44-8EC5-3B29E8C14CBB}" type="datetimeFigureOut">
              <a:rPr lang="en-US" smtClean="0"/>
              <a:t>5/14/24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A8B38-6C6A-263E-2140-C3D03A4C0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820B9-7682-2407-385E-A5EEF586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E04A-CE3E-754C-B507-FEEB0FCF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23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89CA1F-69F1-DED4-794E-BE01D83C1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B378E4-39CF-266B-60FB-3D7A4269A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8365D-B5F9-F6CD-50F2-B6B49E08A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B7E59-D786-FC44-8EC5-3B29E8C14CBB}" type="datetimeFigureOut">
              <a:rPr lang="en-US" smtClean="0"/>
              <a:t>5/14/24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1C090-F3A8-34F3-EC11-F79D01FCA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22FC4-80C0-434F-E60B-B7EF576E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E04A-CE3E-754C-B507-FEEB0FCF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2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3B7A0A-70E8-2115-54D9-0E6AEAE1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69D19-0CF7-A9FD-E0F9-E398EBBB3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CDBA1-A8C3-C877-8217-1F455CAE74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B7E59-D786-FC44-8EC5-3B29E8C14CBB}" type="datetimeFigureOut">
              <a:rPr lang="en-US" smtClean="0"/>
              <a:t>5/14/24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D3340-DA91-A7BF-9BFC-FC226271F1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6ED16-5774-D2B9-046E-6EEDB9A8C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AE04A-CE3E-754C-B507-FEEB0FCF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2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doc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E2AC2-AF48-8E9E-A5E4-007C4AA99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Model Deployment using FastAPI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AD9FE9-1752-2E7A-A601-AC669E865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US"/>
              <a:t>Lili Ayu Wulandhari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B36C9B-75F4-738B-2553-86AA0F1EE5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85" r="19848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70839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5FC3-225B-C956-48B3-BC53513FB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909"/>
          </a:xfrm>
        </p:spPr>
        <p:txBody>
          <a:bodyPr/>
          <a:lstStyle/>
          <a:p>
            <a:r>
              <a:rPr lang="en-US" dirty="0"/>
              <a:t>Preparation…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AA8ED-02F6-0D8F-9300-9AA30A684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164"/>
            <a:ext cx="10847119" cy="51895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Open </a:t>
            </a:r>
            <a:r>
              <a:rPr lang="en-US" dirty="0" err="1"/>
              <a:t>VSCode</a:t>
            </a:r>
            <a:r>
              <a:rPr lang="en-US" dirty="0"/>
              <a:t> terminal</a:t>
            </a:r>
          </a:p>
          <a:p>
            <a:r>
              <a:rPr lang="en-ID" dirty="0">
                <a:solidFill>
                  <a:srgbClr val="242424"/>
                </a:solidFill>
                <a:latin typeface="source-serif-pro"/>
              </a:rPr>
              <a:t>C</a:t>
            </a:r>
            <a:r>
              <a:rPr lang="en-ID" b="0" i="0" dirty="0">
                <a:solidFill>
                  <a:srgbClr val="242424"/>
                </a:solidFill>
                <a:effectLst/>
                <a:latin typeface="source-serif-pro"/>
              </a:rPr>
              <a:t>reate the virtual environment as below:</a:t>
            </a:r>
          </a:p>
          <a:p>
            <a:pPr lvl="1"/>
            <a:r>
              <a:rPr lang="en-ID" b="0" i="0" dirty="0">
                <a:solidFill>
                  <a:srgbClr val="242424"/>
                </a:solidFill>
                <a:effectLst/>
                <a:latin typeface="source-serif-pro"/>
              </a:rPr>
              <a:t>python -m </a:t>
            </a:r>
            <a:r>
              <a:rPr lang="en-ID" b="0" i="0" dirty="0" err="1">
                <a:solidFill>
                  <a:srgbClr val="242424"/>
                </a:solidFill>
                <a:effectLst/>
                <a:latin typeface="source-serif-pro"/>
              </a:rPr>
              <a:t>venv</a:t>
            </a:r>
            <a:r>
              <a:rPr lang="en-ID" b="0" i="0" dirty="0"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lang="en-ID" b="1" i="0" dirty="0" err="1">
                <a:solidFill>
                  <a:srgbClr val="FF0000"/>
                </a:solidFill>
                <a:effectLst/>
                <a:latin typeface="source-serif-pro"/>
              </a:rPr>
              <a:t>venv</a:t>
            </a:r>
            <a:r>
              <a:rPr lang="en-ID" b="1" i="0" dirty="0">
                <a:solidFill>
                  <a:srgbClr val="FF0000"/>
                </a:solidFill>
                <a:effectLst/>
                <a:latin typeface="source-serif-pro"/>
              </a:rPr>
              <a:t>-name</a:t>
            </a:r>
          </a:p>
          <a:p>
            <a:r>
              <a:rPr lang="en-ID" b="0" i="0" dirty="0">
                <a:solidFill>
                  <a:srgbClr val="0C0D0E"/>
                </a:solidFill>
                <a:effectLst/>
                <a:latin typeface="-apple-system"/>
              </a:rPr>
              <a:t>Open a new terminal within </a:t>
            </a:r>
            <a:r>
              <a:rPr lang="en-ID" b="0" i="0" dirty="0" err="1">
                <a:solidFill>
                  <a:srgbClr val="0C0D0E"/>
                </a:solidFill>
                <a:effectLst/>
                <a:latin typeface="-apple-system"/>
              </a:rPr>
              <a:t>VSCode</a:t>
            </a:r>
            <a:r>
              <a:rPr lang="en-ID" b="0" i="0" dirty="0">
                <a:solidFill>
                  <a:srgbClr val="0C0D0E"/>
                </a:solidFill>
                <a:effectLst/>
                <a:latin typeface="-apple-system"/>
              </a:rPr>
              <a:t> </a:t>
            </a:r>
            <a:r>
              <a:rPr lang="en-ID" dirty="0"/>
              <a:t>Ctrl</a:t>
            </a:r>
            <a:r>
              <a:rPr lang="en-ID" b="0" i="0" dirty="0">
                <a:solidFill>
                  <a:srgbClr val="0C0D0E"/>
                </a:solidFill>
                <a:effectLst/>
                <a:latin typeface="-apple-system"/>
              </a:rPr>
              <a:t> + </a:t>
            </a:r>
            <a:r>
              <a:rPr lang="en-ID" dirty="0"/>
              <a:t>Shift</a:t>
            </a:r>
            <a:r>
              <a:rPr lang="en-ID" b="0" i="0" dirty="0">
                <a:solidFill>
                  <a:srgbClr val="0C0D0E"/>
                </a:solidFill>
                <a:effectLst/>
                <a:latin typeface="-apple-system"/>
              </a:rPr>
              <a:t> + </a:t>
            </a:r>
            <a:r>
              <a:rPr lang="en-ID" dirty="0"/>
              <a:t>P</a:t>
            </a:r>
            <a:r>
              <a:rPr lang="en-ID" b="0" i="0" dirty="0">
                <a:solidFill>
                  <a:srgbClr val="0C0D0E"/>
                </a:solidFill>
                <a:effectLst/>
                <a:latin typeface="-apple-system"/>
              </a:rPr>
              <a:t> and you'll see that </a:t>
            </a:r>
            <a:r>
              <a:rPr lang="en-ID" b="0" i="0" dirty="0" err="1">
                <a:solidFill>
                  <a:srgbClr val="0C0D0E"/>
                </a:solidFill>
                <a:effectLst/>
                <a:latin typeface="-apple-system"/>
              </a:rPr>
              <a:t>venv</a:t>
            </a:r>
            <a:r>
              <a:rPr lang="en-ID" b="0" i="0" dirty="0">
                <a:solidFill>
                  <a:srgbClr val="0C0D0E"/>
                </a:solidFill>
                <a:effectLst/>
                <a:latin typeface="-apple-system"/>
              </a:rPr>
              <a:t> is getting picked up; e.g.: </a:t>
            </a:r>
            <a:r>
              <a:rPr lang="en-ID" dirty="0"/>
              <a:t>(</a:t>
            </a:r>
            <a:r>
              <a:rPr lang="en-ID" dirty="0" err="1"/>
              <a:t>venv</a:t>
            </a:r>
            <a:r>
              <a:rPr lang="en-ID" dirty="0"/>
              <a:t>) ...</a:t>
            </a:r>
          </a:p>
          <a:p>
            <a:r>
              <a:rPr lang="en-ID" dirty="0"/>
              <a:t>Install library, such as:</a:t>
            </a:r>
          </a:p>
          <a:p>
            <a:pPr lvl="1"/>
            <a:r>
              <a:rPr lang="en-ID" b="0" i="0" dirty="0">
                <a:solidFill>
                  <a:srgbClr val="242424"/>
                </a:solidFill>
                <a:effectLst/>
                <a:latin typeface="source-serif-pro"/>
              </a:rPr>
              <a:t>pip install pandas</a:t>
            </a:r>
          </a:p>
          <a:p>
            <a:pPr lvl="1"/>
            <a:r>
              <a:rPr lang="en-ID" b="0" i="0" dirty="0">
                <a:solidFill>
                  <a:srgbClr val="242424"/>
                </a:solidFill>
                <a:effectLst/>
                <a:latin typeface="source-serif-pro"/>
              </a:rPr>
              <a:t>pip install </a:t>
            </a:r>
            <a:r>
              <a:rPr lang="en-ID" b="0" i="0" dirty="0" err="1">
                <a:solidFill>
                  <a:srgbClr val="242424"/>
                </a:solidFill>
                <a:effectLst/>
                <a:latin typeface="source-serif-pro"/>
              </a:rPr>
              <a:t>numpy</a:t>
            </a:r>
            <a:endParaRPr lang="en-ID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lvl="1"/>
            <a:r>
              <a:rPr lang="en-ID" b="0" i="0" dirty="0">
                <a:solidFill>
                  <a:srgbClr val="242424"/>
                </a:solidFill>
                <a:effectLst/>
                <a:latin typeface="source-serif-pro"/>
              </a:rPr>
              <a:t>pip install </a:t>
            </a:r>
            <a:r>
              <a:rPr lang="en-ID" b="0" i="0" dirty="0" err="1">
                <a:solidFill>
                  <a:srgbClr val="242424"/>
                </a:solidFill>
                <a:effectLst/>
                <a:latin typeface="source-serif-pro"/>
              </a:rPr>
              <a:t>sklearn</a:t>
            </a:r>
            <a:endParaRPr lang="en-ID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lvl="1"/>
            <a:r>
              <a:rPr lang="en-ID" b="0" i="0" dirty="0">
                <a:solidFill>
                  <a:srgbClr val="242424"/>
                </a:solidFill>
                <a:effectLst/>
                <a:latin typeface="source-serif-pro"/>
              </a:rPr>
              <a:t>pip install pickle</a:t>
            </a:r>
          </a:p>
          <a:p>
            <a:pPr lvl="1"/>
            <a:r>
              <a:rPr lang="en-ID" b="0" i="0" dirty="0">
                <a:solidFill>
                  <a:srgbClr val="242424"/>
                </a:solidFill>
                <a:effectLst/>
                <a:latin typeface="source-serif-pro"/>
              </a:rPr>
              <a:t>pip install </a:t>
            </a:r>
            <a:r>
              <a:rPr lang="en-ID" b="0" i="0" dirty="0" err="1">
                <a:solidFill>
                  <a:srgbClr val="242424"/>
                </a:solidFill>
                <a:effectLst/>
                <a:latin typeface="source-serif-pro"/>
              </a:rPr>
              <a:t>FastAPI</a:t>
            </a:r>
            <a:endParaRPr lang="en-ID" dirty="0"/>
          </a:p>
          <a:p>
            <a:r>
              <a:rPr lang="en-ID" dirty="0"/>
              <a:t>Prepare the prediction code</a:t>
            </a:r>
          </a:p>
          <a:p>
            <a:pPr marL="457200" lvl="1" indent="0">
              <a:buNone/>
            </a:pPr>
            <a:endParaRPr lang="en-ID" dirty="0">
              <a:solidFill>
                <a:srgbClr val="242424"/>
              </a:solidFill>
              <a:latin typeface="source-serif-pro"/>
            </a:endParaRPr>
          </a:p>
          <a:p>
            <a:pPr marL="457200" lvl="1" indent="0">
              <a:buNone/>
            </a:pPr>
            <a:endParaRPr lang="en-ID" dirty="0">
              <a:solidFill>
                <a:srgbClr val="242424"/>
              </a:solidFill>
              <a:latin typeface="source-serif-pro"/>
            </a:endParaRPr>
          </a:p>
          <a:p>
            <a:pPr lvl="1"/>
            <a:endParaRPr lang="en-ID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lvl="1"/>
            <a:endParaRPr lang="en-ID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273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E73FA-B9B4-B6CD-1EE8-051C54C75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A360A-187C-BE35-657E-4EB736F81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242424"/>
                </a:solidFill>
                <a:effectLst/>
                <a:latin typeface="source-serif-pro"/>
              </a:rPr>
              <a:t>create a </a:t>
            </a:r>
            <a:r>
              <a:rPr lang="en-ID" b="0" i="0" dirty="0" err="1">
                <a:solidFill>
                  <a:srgbClr val="242424"/>
                </a:solidFill>
                <a:effectLst/>
                <a:latin typeface="source-serif-pro"/>
              </a:rPr>
              <a:t>FastAPI</a:t>
            </a:r>
            <a:r>
              <a:rPr lang="en-ID" b="0" i="0" dirty="0">
                <a:solidFill>
                  <a:srgbClr val="242424"/>
                </a:solidFill>
                <a:effectLst/>
                <a:latin typeface="source-serif-pro"/>
              </a:rPr>
              <a:t> "instance" and assign it to app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242424"/>
                </a:solidFill>
                <a:effectLst/>
                <a:latin typeface="source-serif-pro"/>
              </a:rPr>
              <a:t>Here the app variable will be an "instance" of the class </a:t>
            </a:r>
            <a:r>
              <a:rPr lang="en-ID" b="0" i="0" dirty="0" err="1">
                <a:solidFill>
                  <a:srgbClr val="242424"/>
                </a:solidFill>
                <a:effectLst/>
                <a:latin typeface="source-serif-pro"/>
              </a:rPr>
              <a:t>FastAPI</a:t>
            </a:r>
            <a:r>
              <a:rPr lang="en-ID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242424"/>
                </a:solidFill>
                <a:effectLst/>
                <a:latin typeface="source-serif-pro"/>
              </a:rPr>
              <a:t>This will be the main point of interaction to create all your API.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242424"/>
                </a:solidFill>
                <a:effectLst/>
                <a:latin typeface="source-serif-pro"/>
              </a:rPr>
              <a:t>This app is the same one referred by </a:t>
            </a:r>
            <a:r>
              <a:rPr lang="en-ID" b="0" i="0" dirty="0" err="1">
                <a:solidFill>
                  <a:srgbClr val="242424"/>
                </a:solidFill>
                <a:effectLst/>
                <a:latin typeface="source-serif-pro"/>
              </a:rPr>
              <a:t>uvicorn</a:t>
            </a:r>
            <a:r>
              <a:rPr lang="en-ID" b="0" i="0" dirty="0">
                <a:solidFill>
                  <a:srgbClr val="242424"/>
                </a:solidFill>
                <a:effectLst/>
                <a:latin typeface="source-serif-pro"/>
              </a:rPr>
              <a:t> in the command as below:  </a:t>
            </a:r>
          </a:p>
          <a:p>
            <a:pPr marL="0" indent="0" algn="l">
              <a:buNone/>
            </a:pPr>
            <a:r>
              <a:rPr lang="en-ID" b="0" i="0" dirty="0" err="1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uvicorn</a:t>
            </a:r>
            <a:r>
              <a:rPr lang="en-ID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 </a:t>
            </a:r>
            <a:r>
              <a:rPr lang="en-ID" b="1" dirty="0" err="1">
                <a:solidFill>
                  <a:srgbClr val="FF0000"/>
                </a:solidFill>
                <a:highlight>
                  <a:srgbClr val="FFFF00"/>
                </a:highlight>
                <a:latin typeface="source-serif-pro"/>
              </a:rPr>
              <a:t>app_name</a:t>
            </a:r>
            <a:r>
              <a:rPr lang="en-ID" b="0" i="0" dirty="0" err="1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:app</a:t>
            </a:r>
            <a:r>
              <a:rPr lang="en-ID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 --reload,  </a:t>
            </a:r>
            <a:r>
              <a:rPr lang="en-ID" b="0" i="0" dirty="0">
                <a:solidFill>
                  <a:srgbClr val="242424"/>
                </a:solidFill>
                <a:effectLst/>
                <a:latin typeface="source-serif-pro"/>
              </a:rPr>
              <a:t>example </a:t>
            </a:r>
          </a:p>
          <a:p>
            <a:pPr marL="0" indent="0" algn="l">
              <a:buNone/>
            </a:pPr>
            <a:r>
              <a:rPr lang="en-ID" b="0" i="0" dirty="0" err="1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uvicorn</a:t>
            </a:r>
            <a:r>
              <a:rPr lang="en-ID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 </a:t>
            </a:r>
            <a:r>
              <a:rPr lang="en-ID" b="1" dirty="0" err="1">
                <a:solidFill>
                  <a:srgbClr val="FF0000"/>
                </a:solidFill>
                <a:highlight>
                  <a:srgbClr val="FFFF00"/>
                </a:highlight>
                <a:latin typeface="source-serif-pro"/>
              </a:rPr>
              <a:t>iris_prediction</a:t>
            </a:r>
            <a:r>
              <a:rPr lang="en-ID" b="0" i="0" dirty="0" err="1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:app</a:t>
            </a:r>
            <a:r>
              <a:rPr lang="en-ID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 --reload</a:t>
            </a:r>
            <a:endParaRPr lang="en-ID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457200" lvl="1" indent="0">
              <a:buNone/>
            </a:pPr>
            <a:endParaRPr lang="en-ID" b="0" i="0" dirty="0">
              <a:solidFill>
                <a:srgbClr val="242424"/>
              </a:solidFill>
              <a:effectLst/>
              <a:highlight>
                <a:srgbClr val="FFFF00"/>
              </a:highlight>
              <a:latin typeface="source-serif-pro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2699A9-8050-4772-9BA9-5FE35E8B8B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725" y="118709"/>
            <a:ext cx="10515600" cy="1999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F61821-0E1D-DBD4-4C09-7010E52C6B31}"/>
              </a:ext>
            </a:extLst>
          </p:cNvPr>
          <p:cNvSpPr txBox="1"/>
          <p:nvPr/>
        </p:nvSpPr>
        <p:spPr>
          <a:xfrm>
            <a:off x="731322" y="3699739"/>
            <a:ext cx="26119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Copy this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http://127.0.0.1:8000/docs</a:t>
            </a:r>
            <a:r>
              <a:rPr lang="en-US" dirty="0"/>
              <a:t> in the browser, and get following page to test your apps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4FB6A2-4C63-40D8-88CF-3FF4BCC22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287" y="2711804"/>
            <a:ext cx="7772400" cy="345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87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B0A60-B839-F5B6-C6F4-C40BA414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313" y="865188"/>
            <a:ext cx="2876550" cy="1325563"/>
          </a:xfrm>
        </p:spPr>
        <p:txBody>
          <a:bodyPr/>
          <a:lstStyle/>
          <a:p>
            <a:r>
              <a:rPr lang="en-US" dirty="0"/>
              <a:t>Test your apps..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B6BC8E-C3B4-B778-D831-6BA9C2B7B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912" y="390089"/>
            <a:ext cx="8320088" cy="611348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08C89EA-1BC9-BA73-B467-871B8EDB12AE}"/>
              </a:ext>
            </a:extLst>
          </p:cNvPr>
          <p:cNvSpPr txBox="1">
            <a:spLocks/>
          </p:cNvSpPr>
          <p:nvPr/>
        </p:nvSpPr>
        <p:spPr>
          <a:xfrm>
            <a:off x="595313" y="3060702"/>
            <a:ext cx="1347787" cy="868362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GET</a:t>
            </a:r>
          </a:p>
        </p:txBody>
      </p:sp>
    </p:spTree>
    <p:extLst>
      <p:ext uri="{BB962C8B-B14F-4D97-AF65-F5344CB8AC3E}">
        <p14:creationId xmlns:p14="http://schemas.microsoft.com/office/powerpoint/2010/main" val="326010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B0A60-B839-F5B6-C6F4-C40BA414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313" y="865188"/>
            <a:ext cx="2876550" cy="1325563"/>
          </a:xfrm>
        </p:spPr>
        <p:txBody>
          <a:bodyPr/>
          <a:lstStyle/>
          <a:p>
            <a:r>
              <a:rPr lang="en-US" dirty="0"/>
              <a:t>Test your apps..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08C89EA-1BC9-BA73-B467-871B8EDB12AE}"/>
              </a:ext>
            </a:extLst>
          </p:cNvPr>
          <p:cNvSpPr txBox="1">
            <a:spLocks/>
          </p:cNvSpPr>
          <p:nvPr/>
        </p:nvSpPr>
        <p:spPr>
          <a:xfrm>
            <a:off x="595313" y="3060702"/>
            <a:ext cx="1347787" cy="868362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POST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773E0-BED7-CF91-FCA9-678A7BEF7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389" y="0"/>
            <a:ext cx="70767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53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184</Words>
  <Application>Microsoft Macintosh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-apple-system</vt:lpstr>
      <vt:lpstr>Arial</vt:lpstr>
      <vt:lpstr>Calibri</vt:lpstr>
      <vt:lpstr>Calibri Light</vt:lpstr>
      <vt:lpstr>source-serif-pro</vt:lpstr>
      <vt:lpstr>Office Theme</vt:lpstr>
      <vt:lpstr>Model Deployment using FastAPI</vt:lpstr>
      <vt:lpstr>Preparation…</vt:lpstr>
      <vt:lpstr>Run…</vt:lpstr>
      <vt:lpstr>PowerPoint Presentation</vt:lpstr>
      <vt:lpstr>Test your apps..</vt:lpstr>
      <vt:lpstr>Test your apps..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Deployment using FastAPI</dc:title>
  <dc:creator>LILI AYU WULANDHARI</dc:creator>
  <cp:lastModifiedBy>LILI AYU WULANDHARI</cp:lastModifiedBy>
  <cp:revision>4</cp:revision>
  <dcterms:created xsi:type="dcterms:W3CDTF">2024-05-14T08:56:14Z</dcterms:created>
  <dcterms:modified xsi:type="dcterms:W3CDTF">2024-05-14T10:45:35Z</dcterms:modified>
</cp:coreProperties>
</file>